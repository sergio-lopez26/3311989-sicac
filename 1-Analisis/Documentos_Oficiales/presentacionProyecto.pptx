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17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30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481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505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513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714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8773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64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791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40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0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3DCE1-8EE0-4756-AFE9-BFEECC4EF320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730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5213605" y="318566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Nombre del Proyecto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5268036" y="4224475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42" y="2433992"/>
            <a:ext cx="23717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5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5213605" y="318566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Integrantes: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5240900" y="5848558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73" y="1994383"/>
            <a:ext cx="3429000" cy="3429000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213605" y="3708883"/>
            <a:ext cx="66282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Nombre de Integrante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Nombre de Integrante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Nombre de Integrante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69462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Planteamiento del Problema</a:t>
            </a:r>
            <a:r>
              <a:rPr lang="es-MX" sz="2800" dirty="0" smtClean="0"/>
              <a:t>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460374" y="2521528"/>
            <a:ext cx="114131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Responder cual es la situación actual?, cual es el problema: ¿Qué falla y que sucede?, cual es el impacto: ¿ Por qué hay que resolverlo?, a quienes afecta ese problema?, que pasaría si no se resuelve y que beneficios traería su solución.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40860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Justificación: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460374" y="2521528"/>
            <a:ext cx="114131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Explicar la importancia del proyecto, los beneficios esperados, resaltar la tecnología que se puede aplicar , en que se diferencia este proyecto a otros, que innovación tiene</a:t>
            </a:r>
            <a:r>
              <a:rPr lang="es-MX" sz="2800" dirty="0" smtClean="0"/>
              <a:t>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27942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Pregunta del proyecto</a:t>
            </a:r>
            <a:r>
              <a:rPr lang="es-MX" sz="2800" dirty="0" smtClean="0"/>
              <a:t>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460374" y="2521528"/>
            <a:ext cx="114131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Expresar el problema central, incluir el sujeto de estudio mencionar la tecnología , ser concreto y medible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3124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Objetivo General: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4" y="2521528"/>
            <a:ext cx="114131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Indicar la finalidad del proyecto</a:t>
            </a:r>
          </a:p>
          <a:p>
            <a:r>
              <a:rPr lang="es-MX" sz="2800" dirty="0" smtClean="0"/>
              <a:t>Formularlos con verbos en infinito (Desarrollar, implementar, diseñar, optimizar, crear, evaluar…..)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73247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Objetivo Específicos: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4" y="2521528"/>
            <a:ext cx="1141317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Redactado en verbos ( Analizar, Desarrollar, implementar, probar…..)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Ordenados de forma Lógica.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Medibles y alcanzables.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Pueden ir orientados al desarrollo u orientado a las funcionalidades del software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96123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 smtClean="0"/>
                <a:t>Análisis y Desarrollo </a:t>
              </a:r>
              <a:r>
                <a:rPr lang="es-MX" sz="2800" dirty="0" smtClean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/>
              <a:t>Alcance</a:t>
            </a:r>
            <a:r>
              <a:rPr lang="es-MX" sz="2800" dirty="0" smtClean="0"/>
              <a:t>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4" y="2521528"/>
            <a:ext cx="114131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smtClean="0"/>
              <a:t>Cuales son la funciones principales del siste</a:t>
            </a:r>
            <a:r>
              <a:rPr lang="es-MX" sz="2800" dirty="0" smtClean="0"/>
              <a:t>ma, cuales son los usuarios que lo utilizaran, cuales son los módulos definidos en la primera versión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65528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252</Words>
  <Application>Microsoft Office PowerPoint</Application>
  <PresentationFormat>Panorámica</PresentationFormat>
  <Paragraphs>29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Julian Andres</dc:creator>
  <cp:lastModifiedBy>Julian Andres</cp:lastModifiedBy>
  <cp:revision>14</cp:revision>
  <dcterms:created xsi:type="dcterms:W3CDTF">2025-08-01T18:17:32Z</dcterms:created>
  <dcterms:modified xsi:type="dcterms:W3CDTF">2025-09-18T16:35:51Z</dcterms:modified>
</cp:coreProperties>
</file>